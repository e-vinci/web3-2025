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Two topics, but they are one story: routing creates the problem GraphQL solves.
• Order matters today. Don't jump ahead to GraphQL.
• Ask: who has used a site where the back button did nothing? That's today's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RETRIEVAL, not revision. Do not answer it for them.
Answers: (1) a `loading` flag, usually an error too.
(2) component renders with an empty list → useEffect fires → fetch → setState → re-render.
Make someone say the ORDER out loud — "renders first, data second" is the whole point.
Why open this way: in twenty minutes we delete every piece of this. They can only notice
what vanished if the old pattern is active in their head right now. Show them a loader
cold and they will nod and learn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Emphasise step 2. Students who skip it think GraphQL is just "REST with extra steps".
• The pain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This WILL bite people. Say it twice.
• If a student has weird import errors, this is the first thing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Notice how we pass the component function but we do not call nor render it.
• The router will decide when and which component to render.
• Notice the *Provider suffix. Ring a bell? Yes, it's a context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The router knows which page it is about to render, so it can fetch BEFORE rendering.
• The component becomes a pure function of its data. That is the real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HINGE QUESTION — all hands up at once, fingers 1-4. 60 seconds.
Answer: B.
Diagnosis:
• A or D → still on the useEffect model: the loader is "mount-only" in their head.
  Re-show "Put your filters in the URL" and demo it live in the browser.
• C → thinks fetching is manual (react-query habit). Say: the ROUTER owns the trigger,
  the URL is the input.
• Mostly B → move on, the key idea of Part 1 has landed.
Do not take hands-up volunteers — you will only hear from the three who already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Ask the room for the ?include= answer before showing it. Someone always proposes it.
• That instinct is correct AND it is the smell. Name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HINGE QUESTION — 60 seconds, everyone answers. Answer: B.
This one decides whether Part 3 will mean anything, so do not skip it.
Diagnosis:
• A → never registered that we trimmed the list endpoint. Re-show "So you trim it".
• C → has not felt the over-fetching cost; would happily re-create the original problem.
  Re-run the network-tab demo: 2.3 kB vs 0.8 kB, bank accounts on a list screen.
• D → right instinct about shapes, hasn't costed it. Name the N+1 problem, move on.
• Mostly B → the motivation has landed. Go straight to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maskedErrors: without it every resolver error is "Unexpected error." and they will be lost for an hour.
• Demo GraphiQL live: the Docs panel is the selling point. The API documents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We never had to adapt the backend which only shows the maximal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 Adding a field later to an input never changes the mutation's signature.
-  A mutation also returns a **selection set**: you choose what you get back about the thing you just created.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Remind them: do the exercise IN ORDER. The REST step is not busywork.
• Watch out for: react-router-dom, missing `end` on NavLink, maskedErrors,
  the silent date coercion, and the resolver that skips parseNewExpense.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5: Routing and GraphQL</dc:title>
  <dc:subject>PptxGenJS Presentation</dc:subject>
  <dc:creator>Created by Marp</dc:creator>
  <cp:lastModifiedBy>Created by Marp</cp:lastModifiedBy>
  <cp:revision>1</cp:revision>
  <dcterms:created xsi:type="dcterms:W3CDTF">2026-10-23T05:32:11Z</dcterms:created>
  <dcterms:modified xsi:type="dcterms:W3CDTF">2026-10-23T05:32:11Z</dcterms:modified>
</cp:coreProperties>
</file>