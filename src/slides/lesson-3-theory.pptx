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staging env is the environment where we test the application before deploying it to the production environment. We are "as close as possible" to the production environment with dummy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find a valid template, this is just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Red
Rise your hands if it's working in dev ? Prod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**Zod** is a TypeScript-first schema declaration and validation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discriminated union related to success and error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Users can create accounts and share expenses with friends
• Transfer money to settle debts between users
• Moving from simple CRUD to real-world application
• Learning patterns used in professional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Consistent pattern: Router → Controller → Repository
• Controllers handle HTTP concerns, repositories handle data access
• Makes code predictable and testable
• TypeScript catches errors at compile time
• Notice proper status codes and type conversions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Service handles business logic
• Keeps controllers thin and focused on HTTP concerns
• Makes code more testable and maintainable
Repositories handle data access
• Managed by Prisma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Connection string and file paths live in prisma.config.ts
• Import from @prisma/orm-postgres/config — this is what selects PostgreSQL
• Run: npm install @prisma/orm-postgres
• The contract key points at your contract.prisma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One expense has one payer but multiple participants
• Prisma 8 requires an explicit join model — no more implicit many-to-many
• ExpenseParticipant is the join table; its @@id must be exactly the two foreign keys
• Relation names disambiguate: User has two relations to Expense
• Query participants with .include("participants") — join model is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Three-step loop: emit → plan → migrate
• prisma contract emit reads contract.prisma, writes contract.json + contract.d.ts
• prisma migration plan generates a TypeScript migration.ts file to review
• prisma db migrate applies pending migrations to the database
• --advance-ref db records which contract state was applied (for dev)
• No more db push — use db init (new DB) or db update (existing DB)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Prisma migrations are TypeScript files
• migration plan auto-generates the skeleton with placeholders
• dataTransform handles the backfill: check finds remaining rows, run fixes them
• addColumn → dataTransform → setNotNull is the safe 3-step pattern for required cols
• Edit migration.ts then recompile: node migrations/app/&lt;dir&gt;/migration.ts
• Commit migration.ts, ops.json, migration.json, and snapshot dirs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This is the technically correct fix for the real Expense.payer -&gt; User.id backfill: it matches
  any name to any user.
• Why not dataTransform: setting a column from a join/subquery isn't expressible with the typed
  builder today (open limitation in Prisma's migration tooling) — run must return a typed query
  plan, not SQL text, so there is no "just make run raw SQL" option
• rawSql replaces dataTransform's check/run with precheck/execute/postcheck — all plain SQL
• Trade-off worth calling out: raw SQL isn't validated against the contract the way a typed
  dataTransform is — Prisma's own migration guide treats it as a last resort for exactly that
  reason, since nothing checks it matches the schema
• Too advanced to be the first migration pattern students see — most of their migrations will
  look like the previous slide; this one is here so the deck doesn't lie about what a real,
  arbitrary-data backfill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 of lesson 2 : Render Assessment</dc:title>
  <dc:subject>PptxGenJS Presentation</dc:subject>
  <dc:creator>Created by Marp</dc:creator>
  <cp:lastModifiedBy>Created by Marp</cp:lastModifiedBy>
  <cp:revision>1</cp:revision>
  <dcterms:created xsi:type="dcterms:W3CDTF">2026-10-23T05:32:03Z</dcterms:created>
  <dcterms:modified xsi:type="dcterms:W3CDTF">2026-10-23T05:32:03Z</dcterms:modified>
</cp:coreProperties>
</file>