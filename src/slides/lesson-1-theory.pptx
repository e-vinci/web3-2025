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don't really understand this point, it may deserve deeper explanations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 moment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VS start : 
- define in package.json in "scripts" section
- dev : uses nodemon to watch for changes, could "rebuild" the server and restart the server, very useful for development but quite resource consuming
- start : just runs the server on "build" files -&gt; JS
- note: node24+ can run ts files directly, no need to compile to js anymore
proposition : more like a discussion with students, we need to mention at least :
- what's a server
- what's a port
- ISO TCP/IP layers
may be listed ideas/concept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Vite is a dev server that serves the frontend and hot-reloads the code when it changes.
We do need a server to serve the built files in production, typical examples are Nginx or Apache. We provide to this server a "build" folder with an entry point (`index.html`). The build is made of html and JS code.
We could use a simple HTTP server like `http-server` or `serve` but it's not necessary for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2026-10-09T07:08:55Z</dcterms:created>
  <dcterms:modified xsi:type="dcterms:W3CDTF">2026-10-09T07:08:55Z</dcterms:modified>
</cp:coreProperties>
</file>