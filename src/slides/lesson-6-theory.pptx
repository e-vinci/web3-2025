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Two questions, not one. Everything today hangs on keeping them apart.
• The opening demo is the whole lesson. Do not skip it, do not describe it — run it.
• Have a terminal ready with the app running BEFORE the room fills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RETRIEVAL, not revision. Do not answer it for them.
Answers: (1) one place owns the URL, the failure rule, and the JSON parsing.
(2) because every request already passes through it, so a change there reaches all of them.
Why open this way: today we cash that promise. In Part 4 they will add a token to
every request in the app by editing two lines in one file. That only lands as a
*payoff* if the promise is active in their head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RUN IT. Live. On the projector. Then reload the browser and let them see the row.
• Then run the second one: { users { name email bankAccount } } — every bank account,
  to anyone who knows the URL. That is the one that makes the room go quiet.
• Ask BEFORE running: "the add form has a payer dropdown. If I delete the dropdown,
  does this still work?" Let them answer. Then run it. The dropdown was never involved.
• Do not explain the fix yet. Let it sit. The next 3 hours are the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Steps 2 and 3 are the lesson. 1 is plumbing, 4 is comfort, 5 is honesty.
• If you run short, protect step 3. It is the only part that is actually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"Hashing is not encryption" is the most common confusion here. Say it twice.
• Ask: "I forgot my password, can you send it to me?" — if a site can, it is doing this wrong.
• The cost factor surprises them every year: slowness as a feature. Worth 30 seconds.
• Alternatives if asked: argon2 and scrypt are newer and good. bcrypt is 25 years old, unbroken,
  and installs cleanly everywhere. Boring is a feature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They WILL hit this and read "placeholder" as an error. Say the word "question", not "error".
• Expect it any time a required column lands on a table with data in it — this is the general shape.
• Our choice: one known hash, so the demo users can log in. Next slide is why that is a shortcut.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Worth being explicit: the shortcut is the value, not the technique. They should leave able to
  write the real version.
• Ask: "why not just leave the column nullable?" — good answer: then every read has to handle null,
  and a user with no password is a user who can never log in anyway. The constraint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Paste a real token into jwt.io on the projector. Watch them realise the payload is plain text.
• So: never put anything secret in a token. Assume the user has read it. Because they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HINGE QUESTION — all hands up at once, fingers 1-4. 60 seconds.
Answer: B.
Diagnosis:
• A → has merged "readable" with "trustworthy". This is THE misconception of the lesson.
  Re-show the token slide: the signature is computed from the payload AND the secret.
  Change one byte of payload and the signature stops matching. They have no secret.
• C → thinks expiry is the only check. Ask: what checks the expiry? (The server, every time.)
• D → never opened dev tools on localStorage. Show them, live, in 20 seconds.
• Mostly B → they have it. Move on, and reuse this in Part 5 when we discuss localStorage:
  the risk there is theft of a VALID token, never forgery of a new one.
Do not take volunteers — you will only hear from the three who already know.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Direct callback to lesson 5's parseNewExpense — say the words "same rule". Validation belongs to
  the service boundary, not to one transport; that did not stop being true for passwords.
• The identical message is called preventing user enumeration. Ask them to name a site that gets
  this wrong — "this email is not registered" is everywhere, and it is a leak built out of
  helpfulness.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`request.headers.get(...)` — Yoga speaks the Web Request API, not Node's req.headers.
  They WILL write req.headers.authorization and get undefined. Warn them now.
• Note what it does NOT do: it never refuses anything. "Nobody" is a valid answer here.
  Refusing is the resolver's job, and that separation is the next slide.
• Why in graphql/yoga.ts and not beside the type? A file in types/ describes shapes; it should not
  have to know AuthService exists. yoga.ts already imports a schema, a service and a type —
  wiring is its job, and the context is wiring.
• `userJWT`, not `user`. It is not a user — no name, no bank account, just the claims we signed.
  The field is `userId` not `id` so the call sites stay honest: ctx.userJWT.userId vs user.id.
  One you were told, the other you looked up.
• createYoga now lives in src/graphql/yoga.ts, so app.ts reads as a list of what the server exposes.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Walk the dotted arrow: a bad token does not stop here. It arrives at step 3 as "nobody",
  and step 3 is what says no. One place decides identity; many places decide permission.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This is a debugging tool as much as a feature. It cuts "my auth doesn't work" in half:
  context broken, or guard broken. Tell them to reach for it all morning.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Re-run the opening curl now, live, with the guards in place. It comes back refused.
• That before/after is the measurement of the whole morning. Do not skip the re-run.
• Then ask: "we still send payerId. Why not just take it from the token and delete the
  argument?" — a genuinely good design question with no single right answer. Let them argue.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Land the DECISION, not the number. 403 is friendlier inside a trusted team; 404 leaks less to
  the open internet. Either is defensible; defaulting without noticing is not.
• The lesson's code answers 403, so the slide and the lab agree. If you prefer to teach 404,
  change BOTH — a student who meets one of each will believe they made a mistake.
• Tell them GitHub chose the other way: a private repo you cannot see returns 404, not 403.
  Ask why a code host would weigh it differently from an expense-sharing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Demo: log in as John, run { expenses { id } }. Log in as Jane, run it again. Same list.
• `expenses` is a legitimate thing to offer — an admin screen, a monthly report. It needs a
  PERMISSION, which is beyond this lesson. So we leave it open and leave the name honest.
• Why `me` and not `my`? `myExpenses`, `myTransfers`, `myCategories` fills the schema with
  near-duplicates. One `me` is one place that means "the current user". GitHub: viewer { repositories }.
• Their list page is titled "Your expenses" and was showing everybody's. Name the 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Run it live. The loop is the thing — they have seen nested selections before, but not one that
  comes back round to the type it started from.
• They HAVE written a field resolver: Expense.date in lesson 5. Name the difference — `date`
  reshaped a field that was already there, `expenses` invents one. That is the new idea.
• Ask: "what is the REST route for this?" (/users/me/expenses/payers — which somebody would have
  had to write on purpose, and then the next shape needs another one.) That is the contrast from
  lesson 5, now from the other side.
• Then the honest half: every edge is a function that runs once per node it is asked about. That is
  N+1, which was lesson 5's optional challenge. Adding edges is how you buy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HINGE QUESTION — all hands up at once, fingers 1-4. 60 seconds.
Answer: C, unless you guarded the field. This is the slide that earns the lesson.
Diagnosis:
• A → thinks a field belongs to the query that reached it. It does not: `expenses` is a field on
  USER, and every path to a User can ask for it — `me`, `expense.payer`, `users`.
  Draw the three arrows into User on the board.
• B → assumes the resolver somehow knows who is asking. It gets `ctx`, but only if you use it.
• D → wishful thinking; nothing returns null here.
• Mostly C → good, and slightly alarming, which is right. The fix is a check ON THE FIELD:
  compare `user.id` with `ctx.userJWT.userId` and throw. One `if`.
Land this: a field is reachable by every path that leads to its type, not only the path you had
in mind when you wrote it. That is the GraphQL-specific lesson of the whole morning.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Two classes is the point. Resist the urge to build the full hierarchy — five more classes that
  differ only in two literals teach nothing the second one did not.
• Ask: "who decides whether a failed login is a 400 or a 401?" The answer should be "the code that
  threw it", and that is the whole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This is the emotional payoff of lesson 5. Say it out loud: "remember the file we wrote
  for no visible reason? This is why."
• Note `token ? ... : {}` — a header reading "Bearer null" is worse than no header.
  The server will try to verify it and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MEASURED, all three ways, logged out on /expenses:
    component guard  -&gt; POST /graphql fires, 401, error screen, hard page reload
    guard in loader  -&gt; works, but you wrap every loader by hand
    middleware       -&gt; ZERO backend requests, clean redirect, one declaration
• `throw redirect(...)` is the same move as lesson 5's `throw new Response(...)`: a loader (or a
  middleware) either produces data or throws. Say that out loud — they will recognise it.
• Middleware is stable in React Router 8 and works in data mode. It runs parent-to-child on the way
  down, then child-to-parent on the way back up.
• The indentation in the route table now SHOWS which pages need an account. That is the readable
  part everyone wants from &lt;ProtectedRoute&gt;, without the broken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Say the distinction plainly: protectedLoader is the difference between an app that is RUDE when
  you are logged out and one that is not. It is not the difference between safe and unsafe.
• Good closing question: "I delete protectedLoader from my copy of your JS. What can I now see?"
  (The login-less pages render — and every query on them is refused by the server.)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One line, real value, move on. The interesting half is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MEASURED: with Helmet's default CSP, GraphiQL is a blank page forever — "Loading __TITLE__...",
  console full of CSP errors, and nothing tells you the header you added is the cause.
  Plain helmet() does it too. Demo it live if you have two minutes; it lands hard.
• These are the directives Yoga documents, plus 'unsafe-inline' on style-src — without that the
  editor loads but loses its syntax colouring (it colours tokens with inline styles).
• The shape to teach: a policy one page needs belongs on that page, not on everything.
• Ask the room: "where does our React app's HTML come from?" (Vite, then your static host —
  a different server. That is where a CSP would actually protect a user.)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Be honest: we are teaching the teaching version, and they should know it is the teaching version.
• The 2026 production answer is usually: access token in memory only, refresh token in an
  httpOnly cookie. Name it, do not build it.
• Tie back to the hinge question: the risk is THEFT of a valid token, never FORGERY of a new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Watch out for: `req.headers` instead of `request.headers.get()`, the Helmet CSP blanking
  GraphiQL, and registering a new user who then has no expenses (tell them to log in as
  john.doe@example.com / topsecret instead).
• Last line matters: the morning started with a curl that worked. It should end with the
  same curl refused. Make sure everyone actually runs it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6: When Things Go Wrong</dc:title>
  <dc:subject>PptxGenJS Presentation</dc:subject>
  <dc:creator>Created by Marp</dc:creator>
  <cp:lastModifiedBy>Created by Marp</cp:lastModifiedBy>
  <cp:revision>1</cp:revision>
  <dcterms:created xsi:type="dcterms:W3CDTF">2026-10-22T14:32:33Z</dcterms:created>
  <dcterms:modified xsi:type="dcterms:W3CDTF">2026-10-22T14:32:33Z</dcterms:modified>
</cp:coreProperties>
</file>