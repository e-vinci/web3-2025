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</p:sldIdLst>
  <p:notesMasterIdLst>
    <p:notesMasterId r:id="rId5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notesMaster" Target="notesMasters/notesMaster1.xml"/><Relationship Id="rId51" Type="http://schemas.openxmlformats.org/officeDocument/2006/relationships/presProps" Target="presProps.xml"/><Relationship Id="rId52" Type="http://schemas.openxmlformats.org/officeDocument/2006/relationships/viewProps" Target="viewProps.xml"/><Relationship Id="rId53" Type="http://schemas.openxmlformats.org/officeDocument/2006/relationships/theme" Target="theme/theme1.xml"/><Relationship Id="rId5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• Welcome to Lesson 5 - GraphQL
• Moving beyond traditional REST APIs
• Learning industry-standard query language
• Building flexible, efficient APIs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• REST forces us to make multiple round trips
• Each request has latency overhead
• We get all user fields even though we only need names
• N+1 problem: 1 query for expense + N queries for participants
• This becomes worse with nested data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• Single HTTP request to get everything
• Client specifies exactly what fields it needs
• No over-fetching - only name, not email or bankAccount
• Server knows relationships and fetches efficiently
• Solves both over-fetching and under-fetching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• Comprehensive introduction to GraphQL
• Theory and practical implementation
• Industry-standard tools and libraries
• Building production-ready GraphQL APIs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• GraphQL is both a specification and a runtime
• Query language lets clients describe their data needs
• Runtime executes queries against your schema
• Not tied to any specific database or programming language
• Works with your existing code and data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• REST uses multiple endpoints, GraphQL uses one
• REST returns fixed data structure, GraphQL returns what you ask for
• REST often requires multiple requests for related data
• GraphQL schema is self-documenting through introspection
• Both have their place - not one-size-fits-all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• GraphQL excels with complex, interconnected data
• REST is simpler for basic operations
• Can use both together - GraphQL for complex queries, REST for uploads
• Consider team experience and project requirements
• Not an either/or decision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• Queries look similar to JSON but without values
• Curly braces define what fields you want
• Arguments in parentheses filter or specify data
• Nested objects let you traverse relationships
• Response mirrors the query structure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• Fields are the basic unit - properties you want to fetch
• Arguments filter or customize the query
• Can have multiple arguments (limit, offset, etc.)
• Nested fields traverse relationships
• Server resolves each field independently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• Response JSON structure matches query structure
• Only requested fields are included
• Null if field doesn't exist or is null
• Errors separate from data in errors array
• Predictable response format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• Queries are for reading data (like GET in REST)
• Mutations are for changing data (like POST, PUT, DELETE)
• Semantic distinction helps with caching and optimization
• Mutations run sequentially, queries can run in parallel
• Both can return data - mutations often return created/updated object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• Clear semantic distinction
• Queries should be side-effect free
• Mutations change state
• GraphQL guarantees mutations run one after another
• Queries can be optimized and cached
• Return data helps avoid additional queries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• Variables separate query structure from values
• Reusable queries with different inputs
• Better for client-side code
• Type-safe with validation
• $ prefix denotes variables
• ! suffix means required (non-nullable)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• Apollo is to GraphQL what Express is to REST
• Not the only implementation but most popular
• Server and client work together but can be used separately
• Production-ready with great documentation
• Active community and ecosystem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• Apollo Server integrates with Express as middleware
• typeDefs define the schema (what's possible)
• resolvers implement the logic (how to fetch data)
• Single /graphql endpoint handles all queries
• Works alongside existing REST routes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• Schema defines what's possible
• Resolvers define how to get the data
• Each field can have its own resolver
• Resolvers receive parent, args, context, info
• Can call existing code - no need to rewrite everything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• Apollo Client handles GraphQL requests
• Intelligent caching reduces requests
• Works with React hooks
• Similar to React Query but GraphQL-specific
• Provider makes client available to all components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• gql tag parses GraphQL strings at build time
• Type-safe with TypeScript
• Integrates with React Router loaders
• Cache automatically manages results
• Same data from cache if queried again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• Mutations similar to queries but use mutate method
• Returns created/updated object
• Can specify what fields to return
• Cache automatically updates with results
• Consistent pattern across app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• Essential development tool
• Interactive query editor with autocomplete
• Explore schema and types
• Test queries before implementing in code
• Like Postman but for GraphQL
• Only enable in development!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• Raw GraphQL schema is strings - no type safety
• Pothos builds schema with TypeScript
• Catch errors at compile time, not runtime
• Better IDE support with autocomplete
• Integrates with Prisma for automatic types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• Pothos is code-first vs schema-first approach
• Better developer experience with TypeScript
• Catches errors early in development
• Plugins add powerful features
• Prisma plugin generates types from database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• Prisma generates TypeScript types from database
• Pothos uses those types for GraphQL schema
• End-to-end type safety: Database → API → Frontend
• Change database schema, TypeScript catches GraphQL issues
• No manual type duplication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• Builder is central to Pothos
• Configure once, use everywhere
• PrismaTypes generated automatically
• Plugins extend functionality
• Export and reuse in all schema files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• prismaObject maps GraphQL type to Prisma model
• t.expose methods for simple fields
• t.relation for relationships - Pothos handles joins
• Type parameter ensures type safety
• Can add computed fields not in database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• queryType adds to Query type
• t.field defines individual query
• args define input parameters with types
• resolve function fetches the data
• Can call existing repository code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• mutationType adds to Mutation type
• Same pattern as queries
• Multiple arguments with types
• Returns created object
• Type-safe args object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• Organize by feature, not by layer
• Each feature defines its own GraphQL types
• Keeps related code together
• Easy to find and modify
• Scales better than one large schema file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• t.relation leverages Prisma relationships
• Pothos generates efficient database queries
• Only fetches relations when requested in query
• Includes necessary joins automatically
• No N+1 queries - optimized by default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• Resolvers should delegate to business logic
• Schema organization matters as it grows
• Type safety prevents entire classes of bugs
• Documentation helps frontend developers
• Security and performance are ongoing concerns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• Both can coexist in same application
• Use GraphQL for complex data fetching
• Keep REST for file uploads, downloads, webhooks
• Gradual migration possible
• Start with GraphQL for new features
• No need to rewrite everything at once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• Cursor-based pagination for large datasets
• Relay-style connections common pattern
• Filtering through where argument
• Can build complex query capabilities
• GraphQL specification doesn't mandate these
• Community conventions for consistency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• GraphQL solves real problems with REST
• Not a replacement but a complement
• Type safety from database to frontend
• Tools and ecosystem are mature
• Production-ready for most use cases
• Consider team experience and project needs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• Mobile benefits from reduced data transfer
• Different clients can request different fields
• Natural fit for graph-like data structures
• Frontend can evolve without backend changes
• GraphQL can aggregate multiple services
• Initial setup overhead worth it for complex apps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48</Slides>
  <Notes>48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5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5: GraphQL</dc:title>
  <dc:subject>PptxGenJS Presentation</dc:subject>
  <dc:creator>Created by Marp</dc:creator>
  <cp:lastModifiedBy>Created by Marp</cp:lastModifiedBy>
  <cp:revision>1</cp:revision>
  <dcterms:created xsi:type="dcterms:W3CDTF">2026-10-09T07:09:14Z</dcterms:created>
  <dcterms:modified xsi:type="dcterms:W3CDTF">2026-10-09T07:09:14Z</dcterms:modified>
</cp:coreProperties>
</file>