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don't really understand this point, it may deserve deeper explanations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Running .ts directly is recent in Node, and it is why there is no build step in this course.
  Students who have seen older tutorials will go looking for one.
• "Deletes the types" is literal — point at the before/after line. Replaced by whitespace, which
  is why line numbers in errors are always right.
• Related consequence, covered in the lesson text: relative imports need the real `.ts` extension.
  Leave it off and you get ERR_MODULE_NOT_FOUND at runtime, with no build step to catch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• Do not drill the list. Land the RULE: erasing works, generating does not. With the rule they can
  predict the list.
• The warning is the practical half — tsc compiles all four happily, because tsc has a build step.
  Node does not.
• If anyone asks about enums: a union of string literals does the same job and is more idiomatic
  TypeScript anyway — `type Level = 'info' | 'warn' | 'error'`.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moment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VS start : 
- define in package.json in "scripts" section
- dev : uses nodemon to watch for changes, could "rebuild" the server and restart the server, very useful for development but quite resource consuming
- start : just runs the server on "build" files -&gt; JS
- note: node24+ can run ts files directly, no need to compile to js anymore
proposition : more like a discussion with students, we need to mention at least :
- what's a server
- what's a port
- ISO TCP/IP layers
may be listed ideas/concept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Vite is a dev server that serves the frontend and hot-reloads the code when it changes.
We do need a server to serve the built files in production, typical examples are Nginx or Apache. We provide to this server a "build" folder with an entry point (`index.html`). The build is made of html and JS code.
We could use a simple HTTP server like `http-server` or `serve` but it's not necessary for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Theoretical Introduction</dc:title>
  <dc:subject>PptxGenJS Presentation</dc:subject>
  <dc:creator>Created by Marp</dc:creator>
  <cp:lastModifiedBy>Created by Marp</cp:lastModifiedBy>
  <cp:revision>1</cp:revision>
  <dcterms:created xsi:type="dcterms:W3CDTF">2026-10-23T05:31:57Z</dcterms:created>
  <dcterms:modified xsi:type="dcterms:W3CDTF">2026-10-23T05:31:57Z</dcterms:modified>
</cp:coreProperties>
</file>