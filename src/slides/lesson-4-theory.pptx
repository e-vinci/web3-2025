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Welcome to lesson 4 - big leap forward today
• Transforming simple expense tracker into multi-user application
• Two main areas: backend modernization + frontend state management
• Moving from prototype to production-ready architecture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Users can create accounts and share expenses with friends
• Transfer money to settle debts between users
• Moving from simple CRUD to real-world application
• Learning patterns used in professional development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Replacing Express generator with modern TypeScript setup
• Better organization, type safety, built-in security
• Testing infrastructure included
• Each feature gets own folder - clear separation of concerns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Consistent pattern: Router → Controller → Repository
• Controllers handle HTTP concerns, repositories handle data access
• Makes code predictable and testable
• TypeScript catches errors at compile time
• Notice proper status codes and type conversions
---
# Database Relations with Prisma 8
Why this is usefull ? Strange pattern... putting paidExpenses and participatedExpenses in the User model...?
What's the objective of this slide?
```prisma
// use prisma-8   ← required first line in every contract file
model User {
  id          Int     @id @default(autoincrement())
  name        String
  email       String  @unique
  paidExpenses         Expense[] @relation("PayerExpenses")
  participatedExpenses Expense[] @relation("ParticipantExpenses")
  transfersOut         Transfer[] @relation("UserTransfersSource")
  transfersIn          Transfer[] @relation("UserTransfersTarget")
}
```
Speaker Notes:
• Every contract file must start with "// use prisma-8"
• Relation names still required when multiple relations between same models
• One user has many relationships: pays, participates, sends, receives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Connection string and file paths live in prisma.config.ts
• Import from @prisma/orm-postgres/config — this is what selects PostgreSQL
• Run: npm install @prisma/orm-postgres
• The contract key points at your contract.prisma file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One expense has one payer but multiple participants
• Prisma 8 requires an explicit join model — no more implicit many-to-many
• ExpenseParticipant is the join table; its @@id must be exactly the two foreign keys
• Relation names disambiguate: User has two relations to Expense
• Query participants with .include("participants") — join model is transparent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Three-step loop replaces migrate dev: emit → plan → migrate
• prisma contract emit reads contract.prisma, writes contract.json + contract.d.ts
• prisma migration plan generates a TypeScript migration.ts file to review
• prisma db migrate applies pending migrations to the database
• --advance-ref db records which contract state was applied (for dev)
• No more db push — use db init (new DB) or db update (existing DB) instead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Prisma migrations are TypeScript files
• migration plan auto-generates the skeleton with placeholders
• dataTransform handles the backfill: check finds remaining rows, run fixes them
• addColumn → dataTransform → setNotNull is the safe 3-step pattern for required cols
• Edit migration.ts then recompile: node migrations/app/&lt;dir&gt;/migration.ts
• Commit migration.ts, ops.json, migration.json, and snapshot dirs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Traditional approach puts data fetching inside components
• Creates loading states and error handling complexity
• Makes components less focused on presentation
• Data fetching mixed with UI logic
• Harder to cache and prefetch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Loaders move data fetching out of components
• Data fetched before route renders - eliminates loading states
• Components become pure presentation logic
• Better separation of concerns
• Enables caching and prefetching
• React Router handles the data 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Layout routes share UI and state across multiple pages
• Outlet renders child routes with shared context
• Perfect for user selection, navigation, global UI elements
• Avoids prop drilling for common state
• Clean way to structure multi-page applications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Child routes access outlet context with useOutletContext hook
• Clean way to share state without prop drilling
• Type-safe access to shared data
• Can conditionally render based on context
• Alternative to React Context for route-specific state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Combining expenses and transfers into unified Transaction type
• Using discriminated unions for type safety
• Display different types together in one list
• TypeScript knows which fields available based on type field
• Clean way to handle heterogeneous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Centralize all API calls in dedicated module
• Easy to add error handling, authentication in one place
• Request/response transformation centralized
• Components don't need to know about HTTP details
• Better testing and mocking capabilities
• Consistent API patterns across app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Organize code by feature, not by file type
• Each page gets own folder with loader, component, action files
• Index.ts files provide clean imports
• Scales much better than all components in one folder
• Easy to find related files
• Supports feature-based development teams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These patterns might seem like extra work now
• Pay dividends as application grows
• Prisma 8 migration workflow: emit → plan → migrate (replaces migrate dev/deploy)
• Explicit join tables give you full control over many-to-many relations
• TypeScript migrations are type-checked against your contract
• Industry best practices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Any questions before diving into exercises?
• Transforming from simple prototype to production-ready architecture
• Big step but each piece builds on concepts you already know
• Focus on understanding the patterns, not memorizing syntax
• Apply these concepts in the hands-on exercises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4: Advanced State Management</dc:title>
  <dc:subject>PptxGenJS Presentation</dc:subject>
  <dc:creator>Created by Marp</dc:creator>
  <cp:lastModifiedBy>Created by Marp</cp:lastModifiedBy>
  <cp:revision>1</cp:revision>
  <dcterms:created xsi:type="dcterms:W3CDTF">2026-10-15T14:05:39Z</dcterms:created>
  <dcterms:modified xsi:type="dcterms:W3CDTF">2026-10-15T14:05:39Z</dcterms:modified>
</cp:coreProperties>
</file>